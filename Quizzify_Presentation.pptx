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10728655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21CSC101P / OODP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QUIZZIFY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D6E5"/>
                </a:solidFill>
              </a:defRPr>
            </a:pPr>
            <a:r>
              <a:t>Project Development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00F2FE"/>
                </a:solidFill>
              </a:defRPr>
            </a:pPr>
            <a:r>
              <a:t>TEAM MEMBERS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Sautrik Roy [RA251103010052]     SHIVAANI M [RA2511003010066]</a:t>
            </a:r>
          </a:p>
          <a:p>
            <a:pPr>
              <a:spcBef>
                <a:spcPts val="400"/>
              </a:spcBef>
              <a:defRPr sz="1400" b="0">
                <a:solidFill>
                  <a:srgbClr val="FFFFFF"/>
                </a:solidFill>
              </a:defRPr>
            </a:pPr>
            <a:r>
              <a:t>Ashwin Kumar N [RA2511003010033]     Ayush Agarwal [RA2511003010012]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295" y="3657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F2FE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Platform Overview</a:t>
            </a:r>
          </a:p>
        </p:txBody>
      </p:sp>
      <p:pic>
        <p:nvPicPr>
          <p:cNvPr id="6" name="Picture 5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512064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ACFE"/>
                </a:solidFill>
              </a:defRPr>
            </a:pPr>
            <a:r>
              <a:t>What is Quizzify?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D6E5"/>
                </a:solidFill>
              </a:defRPr>
            </a:pPr>
            <a:r>
              <a:t>An intelligent, AI-powered Quiz Management System that auto-generates assessments from uploaded documents (PDF / PPTX).</a:t>
            </a:r>
          </a:p>
        </p:txBody>
      </p:sp>
      <p:pic>
        <p:nvPicPr>
          <p:cNvPr id="9" name="Picture 8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12064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ACFE"/>
                </a:solidFill>
              </a:defRPr>
            </a:pPr>
            <a:r>
              <a:t>Core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D6E5"/>
                </a:solidFill>
              </a:defRPr>
            </a:pPr>
            <a:r>
              <a:t>User uploads a document → Content is extracted → Quiz is forged automatically → Student takes the quiz and gets instant results.</a:t>
            </a:r>
          </a:p>
        </p:txBody>
      </p:sp>
      <p:pic>
        <p:nvPicPr>
          <p:cNvPr id="12" name="Picture 11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512064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ACFE"/>
                </a:solidFill>
              </a:defRPr>
            </a:pPr>
            <a:r>
              <a:t>Key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D6E5"/>
                </a:solidFill>
              </a:defRPr>
            </a:pPr>
            <a:r>
              <a:t>Real-time leaderboards · Result analytics · AI-powered Forge engine · Secure, auth-protected accounts.</a:t>
            </a:r>
          </a:p>
        </p:txBody>
      </p:sp>
      <p:pic>
        <p:nvPicPr>
          <p:cNvPr id="15" name="Picture 14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114800"/>
            <a:ext cx="5120640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ACFE"/>
                </a:solidFill>
              </a:defRPr>
            </a:pPr>
            <a:r>
              <a:t>Technology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8D6E5"/>
                </a:solidFill>
              </a:defRPr>
            </a:pPr>
            <a:r>
              <a:t>Backend Integration: C++ Core Architecture</a:t>
            </a:r>
            <a:br/>
            <a:r>
              <a:t>Frontend Interface: Javascript &amp; Interactive UI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295" y="3657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F2FE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</a:defRPr>
            </a:pPr>
            <a:r>
              <a:t>OODP FEATURES UTILIZED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Concepts Applied</a:t>
            </a:r>
          </a:p>
        </p:txBody>
      </p:sp>
      <p:pic>
        <p:nvPicPr>
          <p:cNvPr id="6" name="Picture 5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10728655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" y="2103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2FE"/>
                </a:solidFill>
              </a:defRPr>
            </a:pPr>
            <a:r>
              <a:t>Encapsulation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D6E5"/>
                </a:solidFill>
              </a:defRPr>
            </a:pPr>
            <a:r>
              <a:t>User and QuizResult classes bundle related attributes with specialized methods, keeping internal states hidden from external interference.</a:t>
            </a:r>
          </a:p>
        </p:txBody>
      </p:sp>
      <p:pic>
        <p:nvPicPr>
          <p:cNvPr id="9" name="Picture 8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71800"/>
            <a:ext cx="10728655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3246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2FE"/>
                </a:solidFill>
              </a:defRPr>
            </a:pPr>
            <a:r>
              <a:t>Abstraction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1546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D6E5"/>
                </a:solidFill>
              </a:defRPr>
            </a:pPr>
            <a:r>
              <a:t>Complex backend AI generation and C++ database operations are hidden behind simple frontend Javascript endpoints.</a:t>
            </a:r>
          </a:p>
        </p:txBody>
      </p:sp>
      <p:pic>
        <p:nvPicPr>
          <p:cNvPr id="12" name="Picture 11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10728655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5840" y="4389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2FE"/>
                </a:solidFill>
              </a:defRPr>
            </a:pPr>
            <a:r>
              <a:t>Inheritance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2976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D6E5"/>
                </a:solidFill>
              </a:defRPr>
            </a:pPr>
            <a:r>
              <a:t>The system leverages hierarchical data models where specialized components extend base identity traits.</a:t>
            </a:r>
          </a:p>
        </p:txBody>
      </p:sp>
      <p:pic>
        <p:nvPicPr>
          <p:cNvPr id="15" name="Picture 14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257800"/>
            <a:ext cx="10728655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5840" y="5532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2FE"/>
                </a:solidFill>
              </a:defRPr>
            </a:pPr>
            <a:r>
              <a:t>Polymorphism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4406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8D6E5"/>
                </a:solidFill>
              </a:defRPr>
            </a:pPr>
            <a:r>
              <a:t>Methods are designed to dynamically handle varying data types, enabling seamless processing of both PDF and PPTX formats uniformly.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295" y="3657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F2FE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</a:defRPr>
            </a:pPr>
            <a:r>
              <a:t>UML DIAGRAM — SYSTEM INTERACTIONS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 Case Diagram</a:t>
            </a:r>
          </a:p>
        </p:txBody>
      </p:sp>
      <p:pic>
        <p:nvPicPr>
          <p:cNvPr id="6" name="Picture 5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728655" cy="4572000"/>
          </a:xfrm>
          <a:prstGeom prst="rect">
            <a:avLst/>
          </a:prstGeom>
        </p:spPr>
      </p:pic>
      <p:pic>
        <p:nvPicPr>
          <p:cNvPr id="7" name="Picture 6" descr="use_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50544"/>
            <a:ext cx="10362895" cy="1362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295" y="3657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F2FE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</a:defRPr>
            </a:pPr>
            <a:r>
              <a:t>UML DIAGRAM — DATA FLOW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Sequence Diagram</a:t>
            </a:r>
          </a:p>
        </p:txBody>
      </p:sp>
      <p:pic>
        <p:nvPicPr>
          <p:cNvPr id="6" name="Picture 5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728655" cy="4572000"/>
          </a:xfrm>
          <a:prstGeom prst="rect">
            <a:avLst/>
          </a:prstGeom>
        </p:spPr>
      </p:pic>
      <p:pic>
        <p:nvPicPr>
          <p:cNvPr id="7" name="Picture 6" descr="seq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229" y="1828800"/>
            <a:ext cx="7757236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295" y="3657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F2FE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</a:defRPr>
            </a:pPr>
            <a:r>
              <a:t>UML DIAGRAM — ENTITY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Class Diagram</a:t>
            </a:r>
          </a:p>
        </p:txBody>
      </p:sp>
      <p:pic>
        <p:nvPicPr>
          <p:cNvPr id="6" name="Picture 5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728655" cy="4572000"/>
          </a:xfrm>
          <a:prstGeom prst="rect">
            <a:avLst/>
          </a:prstGeom>
        </p:spPr>
      </p:pic>
      <p:pic>
        <p:nvPicPr>
          <p:cNvPr id="7" name="Picture 6" descr="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490" y="1828800"/>
            <a:ext cx="3404713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295" y="3657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F2FE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</a:defRPr>
            </a:pPr>
            <a:r>
              <a:t>UML DIAGRAM — OBJECT MESSAGING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Collaboration Diagram</a:t>
            </a:r>
          </a:p>
        </p:txBody>
      </p:sp>
      <p:pic>
        <p:nvPicPr>
          <p:cNvPr id="6" name="Picture 5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728655" cy="4572000"/>
          </a:xfrm>
          <a:prstGeom prst="rect">
            <a:avLst/>
          </a:prstGeom>
        </p:spPr>
      </p:pic>
      <p:pic>
        <p:nvPicPr>
          <p:cNvPr id="7" name="Picture 6" descr="collabo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21981"/>
            <a:ext cx="10362895" cy="2419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295" y="3657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F2FE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</a:defRPr>
            </a:pPr>
            <a: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Landing Page Interface</a:t>
            </a:r>
          </a:p>
        </p:txBody>
      </p:sp>
      <p:pic>
        <p:nvPicPr>
          <p:cNvPr id="6" name="Picture 5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728655" cy="4572000"/>
          </a:xfrm>
          <a:prstGeom prst="rect">
            <a:avLst/>
          </a:prstGeom>
        </p:spPr>
      </p:pic>
      <p:pic>
        <p:nvPicPr>
          <p:cNvPr id="7" name="Picture 6" descr="Landing p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941" y="1828800"/>
            <a:ext cx="7535811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295" y="3657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F2FE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</a:defRPr>
            </a:pPr>
            <a: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Input &amp; Output Screens</a:t>
            </a:r>
          </a:p>
        </p:txBody>
      </p:sp>
      <p:pic>
        <p:nvPicPr>
          <p:cNvPr id="6" name="Picture 5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212080" cy="4572000"/>
          </a:xfrm>
          <a:prstGeom prst="rect">
            <a:avLst/>
          </a:prstGeom>
        </p:spPr>
      </p:pic>
      <p:pic>
        <p:nvPicPr>
          <p:cNvPr id="7" name="Picture 6" descr="screenshot_forge_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75991"/>
            <a:ext cx="4846320" cy="2711856"/>
          </a:xfrm>
          <a:prstGeom prst="rect">
            <a:avLst/>
          </a:prstGeom>
        </p:spPr>
      </p:pic>
      <p:pic>
        <p:nvPicPr>
          <p:cNvPr id="8" name="Picture 7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4572000"/>
          </a:xfrm>
          <a:prstGeom prst="rect">
            <a:avLst/>
          </a:prstGeom>
        </p:spPr>
      </p:pic>
      <p:pic>
        <p:nvPicPr>
          <p:cNvPr id="9" name="Picture 8" descr="screenshot_active_qui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580724"/>
            <a:ext cx="4846320" cy="27023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217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2FE"/>
                </a:solidFill>
              </a:defRPr>
            </a:pPr>
            <a:r>
              <a:t>INPUT: Document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621792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2FE"/>
                </a:solidFill>
              </a:defRPr>
            </a:pPr>
            <a:r>
              <a:t>OUTPUT: Active Quiz 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77295" y="3657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F2FE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 &amp; Future Scope</a:t>
            </a:r>
          </a:p>
        </p:txBody>
      </p:sp>
      <p:pic>
        <p:nvPicPr>
          <p:cNvPr id="6" name="Picture 5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10728655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FACFE"/>
                </a:solidFill>
              </a:defRPr>
            </a:pPr>
            <a: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57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6E5"/>
                </a:solidFill>
              </a:defRPr>
            </a:pPr>
            <a:r>
              <a:t>Quizzify demonstrates the robust capabilities of mapping Object-Oriented paradigms into real-world applications.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FACFE"/>
                </a:solidFill>
              </a:defRPr>
            </a:pPr>
            <a: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80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6E5"/>
                </a:solidFill>
              </a:defRPr>
            </a:pPr>
            <a:r>
              <a:t>The C++ backend guarantees high performance, while Javascript on the frontend ensures a seamless user experience.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FACFE"/>
                </a:solidFill>
              </a:defRPr>
            </a:pPr>
            <a: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03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6E5"/>
                </a:solidFill>
              </a:defRPr>
            </a:pPr>
            <a:r>
              <a:t>AI automation dramatically decreases time spent crafting educational assessments.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FACFE"/>
                </a:solidFill>
              </a:defRPr>
            </a:pPr>
            <a: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526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6E5"/>
                </a:solidFill>
              </a:defRPr>
            </a:pPr>
            <a:r>
              <a:t>Future scope involves further integration of specialized models and real-time collaboration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mium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as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790" y="1828800"/>
            <a:ext cx="73152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7790" y="2468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3779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F2FE"/>
                </a:solidFill>
              </a:defRPr>
            </a:pPr>
            <a:r>
              <a:t>We appreciate your time. Open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